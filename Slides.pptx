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46304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1097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2286000" y="2148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Completo para Iniciantes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28600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ao primeiro container em produção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Containerização  •  Imagens  •  Volumes  •  Redes  •  Docker Compose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DO WORKSHOP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02920" cy="100584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Docker existe?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 'na minha máquina funciona'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31720"/>
            <a:ext cx="502920" cy="100584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Fundamentais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Container, Dockerfile, Volume, Porta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11480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66160"/>
            <a:ext cx="502920" cy="100584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66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&amp; Primeiros Passos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069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--version e hello-world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Essenciais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ps, stop, rm, images, pull, exec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31720"/>
            <a:ext cx="502920" cy="100584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sua Primeira Imagem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passo a passo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11480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66160"/>
            <a:ext cx="502920" cy="100584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566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&amp; Redes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069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de dados e comunicação entre containers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 Real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8016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 minha máquina funciona perfeitamente…"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65760" y="2194560"/>
            <a:ext cx="1965960" cy="137160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3317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2834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S.O. diferente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31821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vs Linux vs macOS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14600" y="2194560"/>
            <a:ext cx="1965960" cy="137160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3317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14600" y="2834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de linguagem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514600" y="31821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14 vs Node 20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663440" y="2194560"/>
            <a:ext cx="1965960" cy="137160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23317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63440" y="2834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 instaladas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663440" y="31821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com versões distintas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812280" y="2194560"/>
            <a:ext cx="1965960" cy="137160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23317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12280" y="2834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812280" y="31821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ambiente diferentes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365760" y="3749040"/>
            <a:ext cx="841248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0DB7ED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58768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05840" y="379476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É como enviar uma receita de bolo — o forno, os ingredientes e a temperatura são diferentes em cada cozinha, então o resultado muda!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128016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40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Docker?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920240" y="1417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ferramenta que permite criar e rodar aplicações dentro 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20240" y="1783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padronizados chamados containers.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3657600" cy="2194560"/>
          </a:xfrm>
          <a:prstGeom prst="rect">
            <a:avLst/>
          </a:prstGeom>
          <a:solidFill>
            <a:srgbClr val="161B22"/>
          </a:solidFill>
          <a:ln w="25400">
            <a:solidFill>
              <a:srgbClr val="0DB7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423160"/>
            <a:ext cx="3657600" cy="41148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CONTAINER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Sua aplicação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273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Dependências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6667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Variáveis de ambiente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0599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Configurações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200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3749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em qualquer lugar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486400" y="2651760"/>
            <a:ext cx="32004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0" y="2651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Dev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0" y="3383280"/>
            <a:ext cx="32004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86400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Staging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0" y="4114800"/>
            <a:ext cx="32004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0" y="4114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Produção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🍱  Container Docker = Marmita pronta — não importa onde você come, a comida é sempre a mesma!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 vs  Máquina Virtual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50292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🐳  Docker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20624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188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🖥️  Máquina Virtual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384048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Leve e rápido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420624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28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Pesada e lenta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77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Compartilha o kernel do S.O.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377440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377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Sistema operacional próprio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384048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Sobe em segundos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926080"/>
            <a:ext cx="420624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926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Demora minutos para iniciar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47472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74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Megabytes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3474720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474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Gigabytes de disco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384048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23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Fácil de versionar e compartilhar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4023360"/>
            <a:ext cx="420624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Arquivos enormes (.ova, .vmdk)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0" y="2560320"/>
            <a:ext cx="548640" cy="54864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Docker é mais eficiente porque compartilha recursos do sistema operacional host, sem necessidade de virtualizar hardware.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Conceitos Fundamentais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54864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99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(Image)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874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"molde" do container. É o template com tudo que a aplicação precisa.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468880"/>
            <a:ext cx="1371600" cy="201168"/>
          </a:xfrm>
          <a:prstGeom prst="rect">
            <a:avLst/>
          </a:prstGeom>
          <a:solidFill>
            <a:srgbClr val="EBF5FB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468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Receita do bolo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46120" y="12344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23444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1732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0" y="1399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83280" y="1874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em execução. É o ambiente isolado onde sua aplicação roda.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383280" y="2468880"/>
            <a:ext cx="1371600" cy="201168"/>
          </a:xfrm>
          <a:prstGeom prst="rect">
            <a:avLst/>
          </a:prstGeom>
          <a:solidFill>
            <a:srgbClr val="EBF5F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83280" y="2468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 bolo pronto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26480" y="12344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123444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20840" y="1399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63640" y="1874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com instruções para construir uma imagem passo a passo.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263640" y="2468880"/>
            <a:ext cx="1371600" cy="201168"/>
          </a:xfrm>
          <a:prstGeom prst="rect">
            <a:avLst/>
          </a:prstGeom>
          <a:solidFill>
            <a:srgbClr val="EBF5F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63640" y="2468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Receita escrita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173736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1737360" y="292608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3108960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331720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874520" y="3566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para persistir dados fora do container, no host.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874520" y="4160520"/>
            <a:ext cx="1371600" cy="201168"/>
          </a:xfrm>
          <a:prstGeom prst="rect">
            <a:avLst/>
          </a:prstGeom>
          <a:solidFill>
            <a:srgbClr val="EBF5F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874520" y="4160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Pendrive externo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461772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617720" y="292608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108960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212080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(Port)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4754880" y="3566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que permite acessar serviços dentro do container.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4754880" y="4160520"/>
            <a:ext cx="1371600" cy="201168"/>
          </a:xfrm>
          <a:prstGeom prst="rect">
            <a:avLst/>
          </a:prstGeom>
          <a:solidFill>
            <a:srgbClr val="EBF5F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754880" y="4160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Porta da casa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Instalação &amp; Verificação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228600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🪟  Windows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Baixe Docker Desktop em docker.com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Execute o instalador .exe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6151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Habilite o WSL 2 quando solicitado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0540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Reinicie o computador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51760" cy="228600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🍎  macOS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Baixe Docker Desktop para Mac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1762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Arraste para Applications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6151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Abra e aguarde iniciar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0540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Login opcional no Docker Hub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651760" cy="228600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🐧  Linux (Ubuntu)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737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1762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docker.io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6151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docker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30540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usermod -aG docker $USER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8412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767328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14400" y="3730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instalação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02920" y="41330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version 25.0.3, build 4debf41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Seu Primeiro Container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58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o container de teste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1508760"/>
            <a:ext cx="84124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508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hello-world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por baixo dos panos: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2633472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263347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verifica se a imagem existe localmente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3118104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" y="311810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existe, baixa do Docker Hub (registry público)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3602736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" y="360273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 container a partir da imagem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5760" y="4087368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" y="408736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e exibe a mensagem de boas-vindas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8080:80 nginx  </a:t>
            </a:r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acesse: localhost:8080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Comandos Essenciais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&lt;imagem&gt;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inicia um container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402336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10512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28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&lt;imagem&gt;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em segundo plano (detached)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432304"/>
            <a:ext cx="402336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32304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505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 &lt;img&gt;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7249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porta host:container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54096"/>
            <a:ext cx="402336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54096"/>
            <a:ext cx="54864" cy="530352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7238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containers em execução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402336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75888"/>
            <a:ext cx="54864" cy="530352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941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9684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os containers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80"/>
            <a:ext cx="402336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97680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159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5902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 container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188720"/>
            <a:ext cx="402336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188720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2070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&lt;id&gt;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14813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um container parado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1810512"/>
            <a:ext cx="402336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810512"/>
            <a:ext cx="54864" cy="530352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828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1031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imagens locais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432304"/>
            <a:ext cx="402336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432304"/>
            <a:ext cx="54864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4505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&lt;imagem&gt;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27249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uma imagem do registry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054096"/>
            <a:ext cx="402336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054096"/>
            <a:ext cx="54864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07238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bash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o terminal do container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675888"/>
            <a:ext cx="402336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3675888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6941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&lt;id&gt;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39684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logs do container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4297680"/>
            <a:ext cx="402336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4297680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3159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&lt;imagem&gt;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00600" y="45902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uma imagem local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Entendendo o comando docker run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161B22"/>
          </a:solidFill>
          <a:ln w="25400">
            <a:solidFill>
              <a:srgbClr val="0DB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</a:t>
            </a:r>
            <a:pPr indent="0" marL="0">
              <a:buNone/>
            </a:pPr>
            <a:r>
              <a:rPr lang="en-US" sz="1800" b="1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 </a:t>
            </a:r>
            <a:pPr indent="0" marL="0">
              <a:buNone/>
            </a:pPr>
            <a:r>
              <a:rPr lang="en-US" sz="18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</a:t>
            </a:r>
            <a:pPr indent="0" marL="0">
              <a:buNone/>
            </a:pPr>
            <a:r>
              <a:rPr lang="en-US" sz="18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8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</a:t>
            </a:r>
            <a:pPr indent="0" marL="0">
              <a:buNone/>
            </a:pPr>
            <a:r>
              <a:rPr lang="en-US" sz="18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--name </a:t>
            </a:r>
            <a:pPr indent="0" marL="0">
              <a:buNone/>
            </a:pPr>
            <a:r>
              <a:rPr lang="en-US" sz="18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meu-nginx </a:t>
            </a:r>
            <a:pPr indent="0" marL="0">
              <a:buNone/>
            </a:pPr>
            <a:r>
              <a:rPr lang="en-US" sz="18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600200" cy="11887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600200" cy="54864"/>
          </a:xfrm>
          <a:prstGeom prst="rect">
            <a:avLst/>
          </a:prstGeom>
          <a:solidFill>
            <a:srgbClr val="E6EDF3"/>
          </a:solidFill>
          <a:ln w="12700">
            <a:solidFill>
              <a:srgbClr val="E6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47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inicia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novo container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783080"/>
            <a:ext cx="1600200" cy="11887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783080"/>
            <a:ext cx="1600200" cy="54864"/>
          </a:xfrm>
          <a:prstGeom prst="rect">
            <a:avLst/>
          </a:prstGeom>
          <a:solidFill>
            <a:srgbClr val="F97583"/>
          </a:solidFill>
          <a:ln w="12700">
            <a:solidFill>
              <a:srgbClr val="F975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847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286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Detached: roda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segundo plano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1783080"/>
            <a:ext cx="1600200" cy="11887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783080"/>
            <a:ext cx="1600200" cy="54864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847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8080:80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286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Porta: host:container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acessos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1783080"/>
            <a:ext cx="1600200" cy="11887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1783080"/>
            <a:ext cx="160020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847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--name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2286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um nome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container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0" y="1783080"/>
            <a:ext cx="1600200" cy="11887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1783080"/>
            <a:ext cx="1600200" cy="54864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1847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2286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imagem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 Hub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exemplos práticos: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8412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11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</a:t>
            </a:r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-it ubuntu bash</a:t>
            </a:r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terminal interativo Ubuntu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8412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69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</a:t>
            </a:r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 MYSQL_ROOT_PASSWORD=senha mysql</a:t>
            </a:r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variável de ambiente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526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</a:t>
            </a:r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/dados:/app/dados nginx</a:t>
            </a:r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monta volume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Criando sua Primeira Imagem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o arquivo que define como sua imagem é construída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8463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48463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Dockerfile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Escolhe a imagem base
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
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o diretório de trabalho
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
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Copia os arquivos de dependências
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
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Instala as dependências
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
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Copia o restante do projeto
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
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Expõe a porta da aplicação
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
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Comando de inicialização
</a:t>
            </a:r>
            <a:pPr indent="0" marL="0">
              <a:buNone/>
            </a:pPr>
            <a:r>
              <a:rPr lang="en-US" sz="10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"index.js"]
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do Dockerfile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874520"/>
            <a:ext cx="3383280" cy="41148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89280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92808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base (herança)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2340864"/>
            <a:ext cx="3383280" cy="41148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2359152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2359152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Diretório de trabalho dentro do container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2807208"/>
            <a:ext cx="3383280" cy="41148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825496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825496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arquivos do host para o container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3273552"/>
            <a:ext cx="3383280" cy="41148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3291840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3291840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comando durante o build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3739896"/>
            <a:ext cx="3383280" cy="41148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3758184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758184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a porta usada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4206240"/>
            <a:ext cx="3383280" cy="41148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422452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4224528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padrão ao iniciar o container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minha-app:1.0 .</a:t>
            </a:r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constrói a imagem com tag minha-app:1.0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Volumes — Persistência de Dados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228600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Sem Volume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566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cria dados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ficam DENTRO do container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é removido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Dados perdidos para sempre!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206240" cy="22860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188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 Volume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645920"/>
            <a:ext cx="3931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cria dados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salva no HOST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é removido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Dados preservados!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657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com Volumes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4050792"/>
            <a:ext cx="84124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0507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-v /host/pasta:/container/pasta nginx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306824"/>
            <a:ext cx="84124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3068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-v meu-volume:/app/dados node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562856"/>
            <a:ext cx="84124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628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volume create meu-volume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818888"/>
            <a:ext cx="84124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8188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volume ls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Redes — Comunicação entre Containers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77640" cy="118872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118872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441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--network bridge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padrão. Containers na mesma bridge se comunicam pelo IP.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3977640" cy="118872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23444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441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--network host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737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usa diretamente a rede do host. Sem isolamento.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3977640" cy="118872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9748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07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--network none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sem acesso à rede. Isolamento total.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697480"/>
            <a:ext cx="3977640" cy="118872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697480"/>
            <a:ext cx="54864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807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--network overlay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200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entre containers em hosts diferentes (Swarm).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Rede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40233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43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create minha-rede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40233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09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--network minha-rede nginx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4343400"/>
            <a:ext cx="40233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343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4709160"/>
            <a:ext cx="40233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4709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inspect minha-rede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Compose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Orquestrando múltiplos containers com um único arquivo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93776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49377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docker-compose.yml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'3.8'
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
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
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
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
</a:t>
            </a:r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'3000:3000'
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
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db
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
</a:t>
            </a:r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DB_HOST=db
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
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postgres:15
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
</a:t>
            </a:r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dados:/var/lib/postgresql/data
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
</a:t>
            </a:r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POSTGRES_PASSWORD=senha123
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
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dados:
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0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1783080"/>
            <a:ext cx="3291840" cy="52120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8105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comando para tudo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0665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inicia todos os serviços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2359152"/>
            <a:ext cx="3291840" cy="52120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3865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isolados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64261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roda em seu próprio container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2935224"/>
            <a:ext cx="3291840" cy="52120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9626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automática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321868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se comunicam pelo nome do serviço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511296"/>
            <a:ext cx="3291840" cy="52120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35387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compartilhados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379476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configurada no arquivo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4087368"/>
            <a:ext cx="3291840" cy="52120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4114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ambiente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437083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via environment ou .env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841248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 </a:t>
            </a:r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 </a:t>
            </a:r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</a:t>
            </a:r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 </a:t>
            </a:r>
            <a:pPr algn="ctr" indent="0" marL="0">
              <a:buNone/>
            </a:pPr>
            <a:r>
              <a:rPr lang="en-US" sz="12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Exercício Prático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os 3 desafios abaixo em ordem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265176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37744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402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hello-world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237744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260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 a saída e entenda o fluxo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63040"/>
            <a:ext cx="2651760" cy="64008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31920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 com Nginx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2240280"/>
            <a:ext cx="237744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2402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8080:80 nginx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2926080"/>
            <a:ext cx="237744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9260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Acesse http://localhost:8080 no navegador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3611880"/>
            <a:ext cx="237744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6118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 →  veja o container rodando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46304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463040"/>
            <a:ext cx="2651760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12280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Interativo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63640" y="2240280"/>
            <a:ext cx="237744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2402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-it ubuntu bash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2926080"/>
            <a:ext cx="237744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9260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 &amp;&amp; cat /etc/os-release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3611880"/>
            <a:ext cx="237744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6118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 →  sai do container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Bônus: docker stats  →  monitore CPU e memória em tempo real dos seus containers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Verdadeiro ou Falso?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é mais pesado do que uma Máquina Virtual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0" y="1325880"/>
            <a:ext cx="128016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3258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92440" y="1325880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é leve e compartilha o kernel do host.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841248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84248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19842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comando docker run hello-world baixa e executa um container de teste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2075688"/>
            <a:ext cx="128016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7568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VERDADEIRO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92440" y="2075688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busca a imagem no Hub e executa.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5760" y="2734056"/>
            <a:ext cx="841248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34056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734056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container contém apenas a aplicação, sem dependências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2825496"/>
            <a:ext cx="128016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8254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FALSO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92440" y="2825496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inclui app + todas as dependências.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3483864"/>
            <a:ext cx="841248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83864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483864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resolve o problema 'funciona só no meu PC'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3575304"/>
            <a:ext cx="128016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5753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VERDADEIRO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92440" y="3575304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 o ambiente em qualquer máquina.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" y="4233672"/>
            <a:ext cx="841248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33672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423367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é um container em execução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0" y="4325112"/>
            <a:ext cx="128016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32511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FALSO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92440" y="4325112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é um arquivo de instruções para criar imagens.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Continue sua Jornada Docker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338328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Iniciante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— explore imagens oficiais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871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GUI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91256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4553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bancos de dados em containers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4962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039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ambiente com --env-file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651760" cy="338328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234440"/>
            <a:ext cx="2651760" cy="54864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2984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B7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Intermediário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83280" y="1874520"/>
            <a:ext cx="182880" cy="182880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828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 no Dockerfile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532888"/>
            <a:ext cx="182880" cy="182880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4871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com múltiplos serviços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3191256"/>
            <a:ext cx="182880" cy="182880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14553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e restart policies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849624"/>
            <a:ext cx="182880" cy="182880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8039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secrets para dados sensíveis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234440"/>
            <a:ext cx="2651760" cy="338328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23444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2984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Avançado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3640" y="187452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1828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 — orquestração nativa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2532888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24871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— o próximo nível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3191256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314553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com Docker (GitHub Actions)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3849624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8039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privado com Harbor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docs.docker.com  •  hub.docker.com  •  play-with-docker.com  •  killercoda.com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Hub — O Registry Público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hub.docker.com — milhares de imagens prontas para usar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1965960" cy="54864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nginx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nginx:alpine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 leve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146304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463040"/>
            <a:ext cx="1965960" cy="54864"/>
          </a:xfrm>
          <a:prstGeom prst="rect">
            <a:avLst/>
          </a:prstGeom>
          <a:solidFill>
            <a:srgbClr val="339933"/>
          </a:solidFill>
          <a:ln w="12700">
            <a:solidFill>
              <a:srgbClr val="3399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5544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99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1965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node:20-alpine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22677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JavaScript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463040"/>
            <a:ext cx="1965960" cy="5486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544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7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1965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python:3.12-slim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2677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Python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12280" y="146304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463040"/>
            <a:ext cx="1965960" cy="54864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5544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67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03720" y="1965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postgres:16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03720" y="22677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288036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880360"/>
            <a:ext cx="1965960" cy="54864"/>
          </a:xfrm>
          <a:prstGeom prst="rect">
            <a:avLst/>
          </a:prstGeom>
          <a:solidFill>
            <a:srgbClr val="DC382D"/>
          </a:solidFill>
          <a:ln w="12700">
            <a:solidFill>
              <a:srgbClr val="DC38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971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38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redis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3383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redis:7-alpine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6850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in-memory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14600" y="288036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14600" y="2880360"/>
            <a:ext cx="1965960" cy="54864"/>
          </a:xfrm>
          <a:prstGeom prst="rect">
            <a:avLst/>
          </a:prstGeom>
          <a:solidFill>
            <a:srgbClr val="4479A1"/>
          </a:solidFill>
          <a:ln w="12700">
            <a:solidFill>
              <a:srgbClr val="447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2971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79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mysql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606040" y="3383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mysql:8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06040" y="36850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MySQL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88036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2880360"/>
            <a:ext cx="1965960" cy="54864"/>
          </a:xfrm>
          <a:prstGeom prst="rect">
            <a:avLst/>
          </a:prstGeom>
          <a:solidFill>
            <a:srgbClr val="47A248"/>
          </a:solidFill>
          <a:ln w="12700">
            <a:solidFill>
              <a:srgbClr val="47A2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971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A2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mongo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754880" y="3383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mongo:7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6850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NoSQL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12280" y="288036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12280" y="2880360"/>
            <a:ext cx="1965960" cy="54864"/>
          </a:xfrm>
          <a:prstGeom prst="rect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2971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54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903720" y="3383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ubuntu:22.04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03720" y="36850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S.O. Linux base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nginx:alpine</a:t>
            </a:r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baixa a imagem sem executar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Variáveis de Ambiente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Configurando containers sem alterar o código-fonte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41148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flag -e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51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91640"/>
            <a:ext cx="245059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NODE_ENV=production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DB_HOST=localhost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DB_PORT=5432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node:20-alpine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4224528"/>
            <a:ext cx="265176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428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Bom para poucas variaveis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--env-file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2651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691640"/>
            <a:ext cx="245059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Arquivo .env: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NODE_ENV=production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DB_HOST=localhost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DB_PORT=5432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SECRET=abc123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--env-file .env node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4224528"/>
            <a:ext cx="265176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42428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Ideal para muitas variaveis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517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docker-compose.yml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600200"/>
            <a:ext cx="2651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691640"/>
            <a:ext cx="245059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NODE_ENV=prod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DB_HOST=db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env_file: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.env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4224528"/>
            <a:ext cx="265176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42428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Melhor pratica em projetos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C100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versione o arquivo .env com senhas reais — adicione ao .gitignore!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AVANCADO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Multi-Stage Build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menores e mais seguras separando build de runtime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3716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MSB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384048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35661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run build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Imagem ENORME: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node_modules + devDeps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Tamanho: ~900MB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13716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417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MSB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764792"/>
            <a:ext cx="42062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847088"/>
            <a:ext cx="39319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1: Build
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 AS builder
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
COPY . .
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 &amp;&amp; npm run build
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2: Runtime
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
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
</a:t>
            </a:r>
            <a:pPr indent="0" marL="0">
              <a:buNone/>
            </a:pPr>
            <a:r>
              <a:rPr lang="en-US" sz="10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/app/dist ./dist
</a:t>
            </a:r>
            <a:pPr indent="0" marL="0">
              <a:buNone/>
            </a:pPr>
            <a:r>
              <a:rPr lang="en-US" sz="10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"dist/index.js"]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325112"/>
            <a:ext cx="384048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3525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Multi-Stage  =&gt;  ~900 MB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4325112"/>
            <a:ext cx="42062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435254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Multi-Stage  =&gt;  ~120 MB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PRATICAS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Healthcheck &amp; Restart Policies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— monitorar se o container esta saudavel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Dockerfile:
</a:t>
            </a:r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</a:t>
            </a:r>
            <a:pPr indent="0" marL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--interval=30s --timeout=10s --retries=3 \
</a:t>
            </a:r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 http://localhost:3000/health || exit 1
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inspect --format='{{.State.Health.Status}}' meu-container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Policies — comportamento apos falha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291840"/>
            <a:ext cx="4023360" cy="566928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2918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--restart=no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32918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reinicia (padrao)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950208"/>
            <a:ext cx="4023360" cy="566928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95020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--restart=always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395020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reinicia, inclusive no boot do host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3291840"/>
            <a:ext cx="4023360" cy="566928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32918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--restart=unless-stopped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32918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 a menos que seja parado manualmente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3950208"/>
            <a:ext cx="4023360" cy="566928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395020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--restart=on-failure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395020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 somente se sair com erro (exit != 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--restart=always nginx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Inspecionando &amp; Depurando Containers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para diagnostico e resolucao de problemas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6908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4069080" cy="54864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em tempo real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691640"/>
            <a:ext cx="384048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B7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--tail=50 &lt;id&gt;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 = follow  |  --tail = ultimas N linhas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6908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34440"/>
            <a:ext cx="40690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Inspecionar detalhes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73168" y="1691640"/>
            <a:ext cx="384048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&lt;id&gt;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73168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volumes, variaveis, portas, status, health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441448"/>
            <a:ext cx="406908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41448"/>
            <a:ext cx="40690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32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recursos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" y="2898648"/>
            <a:ext cx="384048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98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3218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memoria, rede e disco em tempo real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441448"/>
            <a:ext cx="406908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441448"/>
            <a:ext cx="4069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532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o terminal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73168" y="2898648"/>
            <a:ext cx="384048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898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bash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3218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/bin/sh para imagens Alpine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648456"/>
            <a:ext cx="406908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48456"/>
            <a:ext cx="4069080" cy="54864"/>
          </a:xfrm>
          <a:prstGeom prst="rect">
            <a:avLst/>
          </a:prstGeom>
          <a:solidFill>
            <a:srgbClr val="F97583"/>
          </a:solidFill>
          <a:ln w="12700">
            <a:solidFill>
              <a:srgbClr val="F975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7398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arquivos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" y="4105656"/>
            <a:ext cx="384048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05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cp &lt;id&gt;:/app/log.txt ./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" y="4425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arquivos entre container e host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648456"/>
            <a:ext cx="406908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648456"/>
            <a:ext cx="4069080" cy="54864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7398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processos internos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73168" y="4105656"/>
            <a:ext cx="384048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105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top &lt;id&gt;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4425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processos rodando dentro do container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PRATICO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Projeto Completo: API + Banco de Dados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Subindo uma API Node.js com PostgreSQL em containers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51760" cy="41148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— Estrutura do projeto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65176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47672"/>
            <a:ext cx="245059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meu-projeto/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docker-compose.yml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.dockerignore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index.js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docker-compose.yml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874520"/>
            <a:ext cx="265176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947672"/>
            <a:ext cx="245059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['3000:3000']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[db]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env_file: .env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env_file: .env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pgdata:/var/lib/postgresql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pgdata: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— Comandos para subir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874520"/>
            <a:ext cx="265176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947672"/>
            <a:ext cx="245059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+ iniciar: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 --build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logs ao vivo: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logs -f api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Testar a API: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http://localhost:3000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Encerrar: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down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 unico 'docker compose up' voce tem API + banco rodando, sem instalar nada na maquina!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PRATICAS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Boas Práticas com Docker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88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4023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6420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imagens Alpine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node:alpine, python:slim — muito menores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774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Um processo por container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7919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container deve ter uma responsabilidade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090672"/>
            <a:ext cx="4023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9067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.dockerignore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39242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node_modules, .git, .env, logs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803904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0390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Fixe versoes das imagens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10565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nginx:1.25 em vez de nginx:latest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402336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66420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Nao rode como root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19659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USER no Dockerfile para mais seguranca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774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Nao guarde dados no container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67919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use volumes para bancos e uploads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090672"/>
            <a:ext cx="402336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9067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Nao exponha portas extras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39242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Exponha apenas o que a aplicacao precisa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803904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0390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Nao versione o .env com senhas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410565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secrets ou variaveis do CI/CD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280160" cy="228600"/>
          </a:xfrm>
          <a:prstGeom prst="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 — Múltipla Escolha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6908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28930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 Docker?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1737360"/>
            <a:ext cx="384048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55648"/>
            <a:ext cx="3657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C) Ferramenta para criar e rodar apps em containers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406908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1460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47802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comando sobe o Nginx na porta 8080?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2926080"/>
            <a:ext cx="384048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44368"/>
            <a:ext cx="3657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B) docker run -d -p 8080:80 nginx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406908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0332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66674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 um Dockerfile?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" y="4114800"/>
            <a:ext cx="384048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33088"/>
            <a:ext cx="3657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C) Arquivo com instrucoes para criar uma imagem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234440"/>
            <a:ext cx="406908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32588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128930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persistir dados de banco em Docker?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73168" y="1737360"/>
            <a:ext cx="384048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755648"/>
            <a:ext cx="3657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B) Usando Volumes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423160"/>
            <a:ext cx="406908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51460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02352" y="247802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docker compose up -d faz?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73168" y="2926080"/>
            <a:ext cx="384048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944368"/>
            <a:ext cx="3657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C) Sobe todos os servicos em segundo plano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731520"/>
            <a:ext cx="128016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202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"Docker não é só uma ferramenta…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2514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forma de garantir que seu projeto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 em qualquer lugar."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200400" y="3794760"/>
            <a:ext cx="2743200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Docker  •  Obrigado! 🐳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 seu progresso  •  #DockerWorkshop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Workshop Completo</dc:title>
  <dc:subject>PptxGenJS Presentation</dc:subject>
  <dc:creator>Workshop Docker</dc:creator>
  <cp:lastModifiedBy>Workshop Docker</cp:lastModifiedBy>
  <cp:revision>1</cp:revision>
  <dcterms:created xsi:type="dcterms:W3CDTF">2026-04-22T23:52:16Z</dcterms:created>
  <dcterms:modified xsi:type="dcterms:W3CDTF">2026-04-22T23:52:16Z</dcterms:modified>
</cp:coreProperties>
</file>